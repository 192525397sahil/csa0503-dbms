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DFF28F-1255-4302-A0E8-FF11029CFE2B}" v="1" dt="2026-07-23T05:43:11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Shahul" userId="543488d175fb95e4" providerId="LiveId" clId="{E33A8365-758D-4BFF-B2B6-D0546B478C4B}"/>
    <pc:docChg chg="custSel modSld">
      <pc:chgData name="Shaik Shahul" userId="543488d175fb95e4" providerId="LiveId" clId="{E33A8365-758D-4BFF-B2B6-D0546B478C4B}" dt="2026-07-23T05:43:16.723" v="70" actId="1076"/>
      <pc:docMkLst>
        <pc:docMk/>
      </pc:docMkLst>
      <pc:sldChg chg="addSp delSp modSp mod modClrScheme chgLayout">
        <pc:chgData name="Shaik Shahul" userId="543488d175fb95e4" providerId="LiveId" clId="{E33A8365-758D-4BFF-B2B6-D0546B478C4B}" dt="2026-07-23T05:43:16.723" v="70" actId="1076"/>
        <pc:sldMkLst>
          <pc:docMk/>
          <pc:sldMk cId="1656221563" sldId="256"/>
        </pc:sldMkLst>
        <pc:spChg chg="mod ord">
          <ac:chgData name="Shaik Shahul" userId="543488d175fb95e4" providerId="LiveId" clId="{E33A8365-758D-4BFF-B2B6-D0546B478C4B}" dt="2026-07-23T05:42:27.884" v="52" actId="700"/>
          <ac:spMkLst>
            <pc:docMk/>
            <pc:sldMk cId="1656221563" sldId="256"/>
            <ac:spMk id="2" creationId="{5B53CE6B-41B7-4F8A-F41A-9CE0D94BE839}"/>
          </ac:spMkLst>
        </pc:spChg>
        <pc:spChg chg="mod ord">
          <ac:chgData name="Shaik Shahul" userId="543488d175fb95e4" providerId="LiveId" clId="{E33A8365-758D-4BFF-B2B6-D0546B478C4B}" dt="2026-07-23T05:43:11.142" v="66"/>
          <ac:spMkLst>
            <pc:docMk/>
            <pc:sldMk cId="1656221563" sldId="256"/>
            <ac:spMk id="3" creationId="{15C86C80-D55B-49CB-23EE-4DEA8D24FBBA}"/>
          </ac:spMkLst>
        </pc:spChg>
        <pc:spChg chg="mod">
          <ac:chgData name="Shaik Shahul" userId="543488d175fb95e4" providerId="LiveId" clId="{E33A8365-758D-4BFF-B2B6-D0546B478C4B}" dt="2026-07-23T05:43:16.723" v="70" actId="1076"/>
          <ac:spMkLst>
            <pc:docMk/>
            <pc:sldMk cId="1656221563" sldId="256"/>
            <ac:spMk id="4" creationId="{05EAE812-629B-B85F-FCC9-C15FCD92832C}"/>
          </ac:spMkLst>
        </pc:spChg>
        <pc:spChg chg="add del mod ord">
          <ac:chgData name="Shaik Shahul" userId="543488d175fb95e4" providerId="LiveId" clId="{E33A8365-758D-4BFF-B2B6-D0546B478C4B}" dt="2026-07-23T05:42:27.884" v="52" actId="700"/>
          <ac:spMkLst>
            <pc:docMk/>
            <pc:sldMk cId="1656221563" sldId="256"/>
            <ac:spMk id="5" creationId="{B2123E62-17F4-7FC8-2289-403DF13FA933}"/>
          </ac:spMkLst>
        </pc:spChg>
      </pc:sldChg>
      <pc:sldChg chg="modSp">
        <pc:chgData name="Shaik Shahul" userId="543488d175fb95e4" providerId="LiveId" clId="{E33A8365-758D-4BFF-B2B6-D0546B478C4B}" dt="2026-07-23T05:43:11.142" v="66"/>
        <pc:sldMkLst>
          <pc:docMk/>
          <pc:sldMk cId="1906881209" sldId="257"/>
        </pc:sldMkLst>
        <pc:spChg chg="mod">
          <ac:chgData name="Shaik Shahul" userId="543488d175fb95e4" providerId="LiveId" clId="{E33A8365-758D-4BFF-B2B6-D0546B478C4B}" dt="2026-07-23T05:43:11.142" v="66"/>
          <ac:spMkLst>
            <pc:docMk/>
            <pc:sldMk cId="1906881209" sldId="257"/>
            <ac:spMk id="2" creationId="{3E1A5BB5-22A3-1EBD-CAF9-6533938B0866}"/>
          </ac:spMkLst>
        </pc:spChg>
        <pc:spChg chg="mod">
          <ac:chgData name="Shaik Shahul" userId="543488d175fb95e4" providerId="LiveId" clId="{E33A8365-758D-4BFF-B2B6-D0546B478C4B}" dt="2026-07-23T05:43:11.142" v="66"/>
          <ac:spMkLst>
            <pc:docMk/>
            <pc:sldMk cId="1906881209" sldId="257"/>
            <ac:spMk id="3" creationId="{8E799690-DE14-9E0A-9960-D8FBCBBE3BC5}"/>
          </ac:spMkLst>
        </pc:spChg>
      </pc:sldChg>
      <pc:sldChg chg="modSp">
        <pc:chgData name="Shaik Shahul" userId="543488d175fb95e4" providerId="LiveId" clId="{E33A8365-758D-4BFF-B2B6-D0546B478C4B}" dt="2026-07-23T05:43:11.142" v="66"/>
        <pc:sldMkLst>
          <pc:docMk/>
          <pc:sldMk cId="3917946701" sldId="258"/>
        </pc:sldMkLst>
        <pc:spChg chg="mod">
          <ac:chgData name="Shaik Shahul" userId="543488d175fb95e4" providerId="LiveId" clId="{E33A8365-758D-4BFF-B2B6-D0546B478C4B}" dt="2026-07-23T05:43:11.142" v="66"/>
          <ac:spMkLst>
            <pc:docMk/>
            <pc:sldMk cId="3917946701" sldId="258"/>
            <ac:spMk id="2" creationId="{3E86836F-8E8A-F5C5-CAE3-742EF1BAA6AE}"/>
          </ac:spMkLst>
        </pc:spChg>
      </pc:sldChg>
      <pc:sldChg chg="modSp mod">
        <pc:chgData name="Shaik Shahul" userId="543488d175fb95e4" providerId="LiveId" clId="{E33A8365-758D-4BFF-B2B6-D0546B478C4B}" dt="2026-07-23T05:43:11.222" v="67" actId="27636"/>
        <pc:sldMkLst>
          <pc:docMk/>
          <pc:sldMk cId="1937883157" sldId="259"/>
        </pc:sldMkLst>
        <pc:spChg chg="mod">
          <ac:chgData name="Shaik Shahul" userId="543488d175fb95e4" providerId="LiveId" clId="{E33A8365-758D-4BFF-B2B6-D0546B478C4B}" dt="2026-07-23T05:43:11.222" v="67" actId="27636"/>
          <ac:spMkLst>
            <pc:docMk/>
            <pc:sldMk cId="1937883157" sldId="259"/>
            <ac:spMk id="3" creationId="{B0CE3227-F3C0-C2B4-A401-55F70ACA87B9}"/>
          </ac:spMkLst>
        </pc:spChg>
      </pc:sldChg>
      <pc:sldChg chg="modSp">
        <pc:chgData name="Shaik Shahul" userId="543488d175fb95e4" providerId="LiveId" clId="{E33A8365-758D-4BFF-B2B6-D0546B478C4B}" dt="2026-07-23T05:43:11.142" v="66"/>
        <pc:sldMkLst>
          <pc:docMk/>
          <pc:sldMk cId="2961639791" sldId="260"/>
        </pc:sldMkLst>
        <pc:spChg chg="mod">
          <ac:chgData name="Shaik Shahul" userId="543488d175fb95e4" providerId="LiveId" clId="{E33A8365-758D-4BFF-B2B6-D0546B478C4B}" dt="2026-07-23T05:43:11.142" v="66"/>
          <ac:spMkLst>
            <pc:docMk/>
            <pc:sldMk cId="2961639791" sldId="260"/>
            <ac:spMk id="2" creationId="{EF34E681-2FED-A465-5989-C3A582D8DF6E}"/>
          </ac:spMkLst>
        </pc:spChg>
        <pc:spChg chg="mod">
          <ac:chgData name="Shaik Shahul" userId="543488d175fb95e4" providerId="LiveId" clId="{E33A8365-758D-4BFF-B2B6-D0546B478C4B}" dt="2026-07-23T05:43:11.142" v="66"/>
          <ac:spMkLst>
            <pc:docMk/>
            <pc:sldMk cId="2961639791" sldId="260"/>
            <ac:spMk id="3" creationId="{C3C6235C-3D2C-6C82-2F45-09B581A20297}"/>
          </ac:spMkLst>
        </pc:spChg>
      </pc:sldChg>
      <pc:sldChg chg="modSp">
        <pc:chgData name="Shaik Shahul" userId="543488d175fb95e4" providerId="LiveId" clId="{E33A8365-758D-4BFF-B2B6-D0546B478C4B}" dt="2026-07-23T05:43:11.142" v="66"/>
        <pc:sldMkLst>
          <pc:docMk/>
          <pc:sldMk cId="1976384660" sldId="261"/>
        </pc:sldMkLst>
        <pc:spChg chg="mod">
          <ac:chgData name="Shaik Shahul" userId="543488d175fb95e4" providerId="LiveId" clId="{E33A8365-758D-4BFF-B2B6-D0546B478C4B}" dt="2026-07-23T05:43:11.142" v="66"/>
          <ac:spMkLst>
            <pc:docMk/>
            <pc:sldMk cId="1976384660" sldId="261"/>
            <ac:spMk id="2" creationId="{DF56726C-A948-1800-9A8B-6DB5849F291F}"/>
          </ac:spMkLst>
        </pc:spChg>
      </pc:sldChg>
      <pc:sldChg chg="modSp mod">
        <pc:chgData name="Shaik Shahul" userId="543488d175fb95e4" providerId="LiveId" clId="{E33A8365-758D-4BFF-B2B6-D0546B478C4B}" dt="2026-07-23T05:43:11.228" v="69" actId="27636"/>
        <pc:sldMkLst>
          <pc:docMk/>
          <pc:sldMk cId="2872962771" sldId="262"/>
        </pc:sldMkLst>
        <pc:spChg chg="mod">
          <ac:chgData name="Shaik Shahul" userId="543488d175fb95e4" providerId="LiveId" clId="{E33A8365-758D-4BFF-B2B6-D0546B478C4B}" dt="2026-07-23T05:43:11.142" v="66"/>
          <ac:spMkLst>
            <pc:docMk/>
            <pc:sldMk cId="2872962771" sldId="262"/>
            <ac:spMk id="2" creationId="{F5C0B2C7-801F-F88C-C0A7-3CA0AA5A5A5F}"/>
          </ac:spMkLst>
        </pc:spChg>
        <pc:spChg chg="mod">
          <ac:chgData name="Shaik Shahul" userId="543488d175fb95e4" providerId="LiveId" clId="{E33A8365-758D-4BFF-B2B6-D0546B478C4B}" dt="2026-07-23T05:43:11.227" v="68" actId="27636"/>
          <ac:spMkLst>
            <pc:docMk/>
            <pc:sldMk cId="2872962771" sldId="262"/>
            <ac:spMk id="3" creationId="{3E74D4AF-435C-FBA8-2EAA-F1B79BE59D99}"/>
          </ac:spMkLst>
        </pc:spChg>
        <pc:spChg chg="mod">
          <ac:chgData name="Shaik Shahul" userId="543488d175fb95e4" providerId="LiveId" clId="{E33A8365-758D-4BFF-B2B6-D0546B478C4B}" dt="2026-07-23T05:43:11.228" v="69" actId="27636"/>
          <ac:spMkLst>
            <pc:docMk/>
            <pc:sldMk cId="2872962771" sldId="262"/>
            <ac:spMk id="4" creationId="{612C24C3-6C91-4151-7D91-F5B678683037}"/>
          </ac:spMkLst>
        </pc:spChg>
      </pc:sldChg>
      <pc:sldChg chg="modSp">
        <pc:chgData name="Shaik Shahul" userId="543488d175fb95e4" providerId="LiveId" clId="{E33A8365-758D-4BFF-B2B6-D0546B478C4B}" dt="2026-07-23T05:43:11.142" v="66"/>
        <pc:sldMkLst>
          <pc:docMk/>
          <pc:sldMk cId="1260557605" sldId="263"/>
        </pc:sldMkLst>
        <pc:spChg chg="mod">
          <ac:chgData name="Shaik Shahul" userId="543488d175fb95e4" providerId="LiveId" clId="{E33A8365-758D-4BFF-B2B6-D0546B478C4B}" dt="2026-07-23T05:43:11.142" v="66"/>
          <ac:spMkLst>
            <pc:docMk/>
            <pc:sldMk cId="1260557605" sldId="263"/>
            <ac:spMk id="2" creationId="{471DAF7E-65D1-04DE-9117-A50674E567FC}"/>
          </ac:spMkLst>
        </pc:spChg>
      </pc:sldChg>
      <pc:sldChg chg="modSp">
        <pc:chgData name="Shaik Shahul" userId="543488d175fb95e4" providerId="LiveId" clId="{E33A8365-758D-4BFF-B2B6-D0546B478C4B}" dt="2026-07-23T05:43:11.142" v="66"/>
        <pc:sldMkLst>
          <pc:docMk/>
          <pc:sldMk cId="2061801109" sldId="264"/>
        </pc:sldMkLst>
        <pc:spChg chg="mod">
          <ac:chgData name="Shaik Shahul" userId="543488d175fb95e4" providerId="LiveId" clId="{E33A8365-758D-4BFF-B2B6-D0546B478C4B}" dt="2026-07-23T05:43:11.142" v="66"/>
          <ac:spMkLst>
            <pc:docMk/>
            <pc:sldMk cId="2061801109" sldId="264"/>
            <ac:spMk id="2" creationId="{EAA61C41-9B73-1340-FEBF-0D3F52D30F6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900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90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703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32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100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582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48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221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04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98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3535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859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889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376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793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67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6EDC0-979D-4495-BE10-6C86E98029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90E8B1C-840F-4C78-AC90-69A8B3CF9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563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3CE6B-41B7-4F8A-F41A-9CE0D94BE83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54200"/>
            <a:ext cx="5092700" cy="15748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CSA0503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 </a:t>
            </a:r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86C80-D55B-49CB-23EE-4DEA8D24FBBA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5151438"/>
            <a:ext cx="5084763" cy="137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ayed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ahil</a:t>
            </a:r>
          </a:p>
          <a:p>
            <a:pPr marL="0" indent="0">
              <a:buNone/>
            </a:pPr>
            <a:r>
              <a:rPr lang="en-I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[192525397]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AE812-629B-B85F-FCC9-C15FCD92832C}"/>
              </a:ext>
            </a:extLst>
          </p:cNvPr>
          <p:cNvSpPr txBox="1"/>
          <p:nvPr/>
        </p:nvSpPr>
        <p:spPr>
          <a:xfrm>
            <a:off x="6361471" y="1067672"/>
            <a:ext cx="33165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Question; Present a comparison between file-based systems and DBMS using real-life case studies from banking or healthcare.</a:t>
            </a:r>
            <a:endParaRPr lang="en-IN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221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A5BB5-22A3-1EBD-CAF9-6533938B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99690-DE14-9E0A-9960-D8FBCBBE3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File-Based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separate files.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department maintains its own records.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sharing is difficult.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small organizations.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Database Management System (DBMS)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a centralized database.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multiple users to access data.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security, backup, and faster data retrieval.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medium and large organizations.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881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6836F-8E8A-F5C5-CAE3-742EF1BA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File-Based System and DBMS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E108DDE-2A6C-3092-F17F-7CA9948D5F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958781"/>
              </p:ext>
            </p:extLst>
          </p:nvPr>
        </p:nvGraphicFramePr>
        <p:xfrm>
          <a:off x="838200" y="2538254"/>
          <a:ext cx="10515600" cy="3169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6320944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907998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861444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File-Based System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DBMS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52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587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Redundancy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513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Sharing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542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524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Retrieval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959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Backup &amp; Recovery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55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Multi-user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Supported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392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946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55AC-4F77-5CCE-A1A9-0BC6142C4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Case Study – File-Based System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E3227-F3C0-C2B4-A401-55F70ACA8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bank stores customer accounts, loans, and transactions in separate files.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Problems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customer records.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account updates.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during transactions.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generate reports.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maintenance cost.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Result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customer service.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chances of data inconsistency.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883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E681-2FED-A465-5989-C3A582D8D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Case Study –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6235C-3D2C-6C82-2F45-09B581A20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Solution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uses a centralized DBMS for all customer information.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Benefits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account updates.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online and ATM transactions.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loan processing.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customer records.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fraud detection.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Outcome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customer satisfaction.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banking operations.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639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6726C-A948-1800-9A8B-6DB5849F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91A92-3534-500D-DF79-9A8638B4A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98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File-Based System Problems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records stored in separate files.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medical records.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access during emergencies.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errors.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DBMS Solution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Electronic Health Records (EHR).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access to patient history.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billing and prescriptions.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coordination between departments.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Outcome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treatment.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patient safety.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384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B2C7-801F-F88C-C0A7-3CA0AA5A5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4D4AF-435C-FBA8-2EAA-F1B79BE59D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File-Based System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Advantages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to use.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initial cost.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Disadvantages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redundancy.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security.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retrieval.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maintenance.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C24C3-6C91-4151-7D91-F5B6786830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DBMS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Advantages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security.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data access.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redundancy.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backup and recovery.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Disadvantages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installation cost.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trained administrators.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962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DAF7E-65D1-04DE-9117-A50674E56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FE5C9-18B8-1722-960D-5A7925F3B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9374" y="234673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Banking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Banking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 Transactions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Management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Account Management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6AF89-E26C-B169-61DB-F7805B397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5225"/>
            <a:ext cx="5181600" cy="4351338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Health Records (EHR)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Billing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Pharmacy Management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Information Systems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Scheduling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557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61C41-9B73-1340-FEBF-0D3F52D3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79C90-F75E-89A6-6614-AA73F2CEB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1967" y="2041935"/>
            <a:ext cx="6555658" cy="4351338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File-based systems are suitable for small organizations with limited data.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DBMS offers centralized, secure, and efficient data management.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Banking and healthcare sectors depend on DBMS for reliable and accurate operations.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Adopting DBMS improves productivity, reduces errors, and enhances customer and patient services.</a:t>
            </a:r>
          </a:p>
        </p:txBody>
      </p:sp>
    </p:spTree>
    <p:extLst>
      <p:ext uri="{BB962C8B-B14F-4D97-AF65-F5344CB8AC3E}">
        <p14:creationId xmlns:p14="http://schemas.microsoft.com/office/powerpoint/2010/main" val="206180110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454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Trebuchet MS</vt:lpstr>
      <vt:lpstr>Wingdings 3</vt:lpstr>
      <vt:lpstr>Facet</vt:lpstr>
      <vt:lpstr>DATABASE MANAGEMENT SYSTEM CSA0503 TECHNICAL PRESENTATION  </vt:lpstr>
      <vt:lpstr>Introduction</vt:lpstr>
      <vt:lpstr>Comparison Between File-Based System and DBMS</vt:lpstr>
      <vt:lpstr>Banking Case Study – File-Based System Scenario </vt:lpstr>
      <vt:lpstr>Banking Case Study – DBMS</vt:lpstr>
      <vt:lpstr>Healthcare Case Study</vt:lpstr>
      <vt:lpstr>Advantages and Disadvantages</vt:lpstr>
      <vt:lpstr>Real-Life 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Shahul</dc:creator>
  <cp:lastModifiedBy>Shaik Shahul</cp:lastModifiedBy>
  <cp:revision>2</cp:revision>
  <dcterms:created xsi:type="dcterms:W3CDTF">2026-07-21T07:58:45Z</dcterms:created>
  <dcterms:modified xsi:type="dcterms:W3CDTF">2026-07-23T05:43:39Z</dcterms:modified>
</cp:coreProperties>
</file>